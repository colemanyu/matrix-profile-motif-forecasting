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02C"/>
    <a:srgbClr val="1F77B4"/>
    <a:srgbClr val="D627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625"/>
  </p:normalViewPr>
  <p:slideViewPr>
    <p:cSldViewPr snapToGrid="0">
      <p:cViewPr varScale="1">
        <p:scale>
          <a:sx n="132" d="100"/>
          <a:sy n="132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13BF-9211-3C7D-E4BC-20FB1E14D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E789-D3CE-76C8-7FE4-C7AB6125E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66882-6473-3CC8-90AC-9C235D9C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5E2F5-D66A-791A-5084-C52CBC723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7350A-E46C-0BE5-8803-BDA0B31D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9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AE8A-5E93-DB49-DFAB-05D0F6C00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1E231-8F63-B3D4-451D-3E6BA626F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9603-32B6-8926-D8A4-99E95927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25491-D6C4-1DDD-A987-E8BD4FC4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0F102-816B-4B03-6CA9-B4BCD670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9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BA4F1-8CB5-09E5-DA64-2A540A82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D11F9-BDE1-32EA-CB02-DB5CF3F17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B93E9-887E-5542-1C95-BFB576437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07B13-B01D-0FCD-5875-C01F0DDE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BAEAC-138B-D343-1D8D-2C8EAE49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8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9DF7-8B38-CB33-7834-9500EBA5F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8091E-85A3-A606-8888-F1D9787D4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25D02-A11C-DED5-AED9-B0EBD0743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D05FB-DFF9-44DD-3B4B-357AF3CBE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5A700-7595-30EC-25B3-C9268A98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28E07-3FD2-BA4A-50A8-E481E9E7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92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7BA49-75C4-FC87-8380-8B531467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56D56-9497-9A05-CD85-960432A9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BFF83-6344-F05D-04CA-5B8DC937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CC916-F3AD-971E-5EA2-2FF6EE6E0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3F57D-330C-FD5F-C067-6BE153B5D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108AC4-D636-BB3D-CEC2-413AA083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CEDA8C-E577-287D-D234-1CD3DFD8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47D710-A7A4-D322-DF69-8B2EB13C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0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AD978-21D4-09AF-EF45-DE2C6D2CC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E557F-D599-A40E-C3C3-4230B63B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0867E-45D8-E0F5-DA8D-78B23231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E509D-6991-0134-A2CC-0C2CE807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2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77D1A-BCB9-A044-C69E-96068BA3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F65204-5469-7D76-19EB-E0EB1718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0BC0E-8676-11C9-C791-26C204CC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2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2A1B-AFFC-E4F2-3547-89D35F86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3947-AB7E-BB5C-75FE-F382F3819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58512-2561-42AC-E962-94F859486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5A59D-7CD9-D515-F2C7-95B801885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3C543-64DF-5281-69AF-ADB9BFFB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4827B-5931-68A1-7FCC-F319866E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1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76E2-C75B-8C00-B23B-2E81EFDE5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24129-725B-EA8B-7A98-FA892E95D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B3B93-9845-9C29-DC62-95F569A36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065D4-440D-0426-4DF2-85766631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B1692-3564-0B8F-9302-EC4163BF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B1F78-7C16-6FEF-9748-F2250533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8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B511-808D-D647-42B8-81CCAD45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E0FD5-D681-0509-68C7-A68482C90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29571-3A34-321C-77A7-2395766E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34E2-F441-B020-37E4-B3697CB4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D9C41-CCEE-B3A8-80C0-E9D91237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4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849830-B2C7-4C30-6B37-19768C5A2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97803-DA16-E120-648F-6D11EC7F9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B56AB-8A32-2495-47BC-626974A1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F4CD0-BFA3-76F8-438D-BD1646B5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C9F31-0A47-6730-3047-23DB2F82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9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FCB3F-74CE-6A2F-1E19-D3252393F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06CBD-BC7C-6A84-3F6E-B6990C553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84F32-3364-1AD0-B28B-1D4808D3E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EB2AD-49ED-E547-BE5E-65F3E2F848A9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5BB61-22EE-CA0E-1E0B-8A33702D1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2A7F9-32EA-ECB1-5CEF-B9E3DA23E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E881E-C97B-FF4E-9700-FB984C314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7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6D3F58-D2BC-BE17-F322-FC88DA729B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58" t="11707" r="12854" b="9513"/>
          <a:stretch/>
        </p:blipFill>
        <p:spPr>
          <a:xfrm>
            <a:off x="1516380" y="1844040"/>
            <a:ext cx="9588272" cy="31699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0E6E6D-461E-EFE5-0011-506CCFADD7C4}"/>
              </a:ext>
            </a:extLst>
          </p:cNvPr>
          <p:cNvSpPr txBox="1"/>
          <p:nvPr/>
        </p:nvSpPr>
        <p:spPr>
          <a:xfrm>
            <a:off x="5473073" y="1659374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54B11-4EA7-9768-FC84-D823C468E0BC}"/>
              </a:ext>
            </a:extLst>
          </p:cNvPr>
          <p:cNvSpPr txBox="1"/>
          <p:nvPr/>
        </p:nvSpPr>
        <p:spPr>
          <a:xfrm>
            <a:off x="5144457" y="2583623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CA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matrix 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88E53-BBE6-5CCE-9871-3AAD5F549097}"/>
              </a:ext>
            </a:extLst>
          </p:cNvPr>
          <p:cNvSpPr txBox="1"/>
          <p:nvPr/>
        </p:nvSpPr>
        <p:spPr>
          <a:xfrm>
            <a:off x="5080336" y="336130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F77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matrix profile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B071E-0A9E-417C-A6C2-A4079C156F4B}"/>
              </a:ext>
            </a:extLst>
          </p:cNvPr>
          <p:cNvSpPr txBox="1"/>
          <p:nvPr/>
        </p:nvSpPr>
        <p:spPr>
          <a:xfrm>
            <a:off x="5352846" y="3991504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D627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profile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0745AC41-C7D8-13F0-F367-D2CFF1CA101D}"/>
              </a:ext>
            </a:extLst>
          </p:cNvPr>
          <p:cNvSpPr/>
          <p:nvPr/>
        </p:nvSpPr>
        <p:spPr>
          <a:xfrm rot="16200000">
            <a:off x="10370654" y="1448628"/>
            <a:ext cx="190831" cy="59999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F553F1-E21D-5454-0BB8-7DA3C71840BC}"/>
                  </a:ext>
                </a:extLst>
              </p:cNvPr>
              <p:cNvSpPr txBox="1"/>
              <p:nvPr/>
            </p:nvSpPr>
            <p:spPr>
              <a:xfrm>
                <a:off x="10356552" y="1376209"/>
                <a:ext cx="2508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F553F1-E21D-5454-0BB8-7DA3C7184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552" y="1376209"/>
                <a:ext cx="250838" cy="276999"/>
              </a:xfrm>
              <a:prstGeom prst="rect">
                <a:avLst/>
              </a:prstGeom>
              <a:blipFill>
                <a:blip r:embed="rId3"/>
                <a:stretch>
                  <a:fillRect l="-9524" r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38B31AB2-86BC-4292-4D0D-154B85544EDB}"/>
              </a:ext>
            </a:extLst>
          </p:cNvPr>
          <p:cNvSpPr/>
          <p:nvPr/>
        </p:nvSpPr>
        <p:spPr>
          <a:xfrm rot="16200000">
            <a:off x="2420674" y="1448628"/>
            <a:ext cx="190831" cy="59999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2AC9DA-18A2-E390-44EF-8810A4DEE584}"/>
                  </a:ext>
                </a:extLst>
              </p:cNvPr>
              <p:cNvSpPr txBox="1"/>
              <p:nvPr/>
            </p:nvSpPr>
            <p:spPr>
              <a:xfrm>
                <a:off x="2406572" y="1376209"/>
                <a:ext cx="2508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B2AC9DA-18A2-E390-44EF-8810A4DEE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572" y="1376209"/>
                <a:ext cx="250838" cy="276999"/>
              </a:xfrm>
              <a:prstGeom prst="rect">
                <a:avLst/>
              </a:prstGeom>
              <a:blipFill>
                <a:blip r:embed="rId4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59B41142-09C8-DC3C-4CFB-5F6F98CAEA69}"/>
              </a:ext>
            </a:extLst>
          </p:cNvPr>
          <p:cNvSpPr/>
          <p:nvPr/>
        </p:nvSpPr>
        <p:spPr>
          <a:xfrm flipH="1" flipV="1">
            <a:off x="2153267" y="2085733"/>
            <a:ext cx="101844" cy="101844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AC15867-1361-2424-C2C3-46D96668FA6D}"/>
              </a:ext>
            </a:extLst>
          </p:cNvPr>
          <p:cNvSpPr/>
          <p:nvPr/>
        </p:nvSpPr>
        <p:spPr>
          <a:xfrm flipH="1" flipV="1">
            <a:off x="10102837" y="2056856"/>
            <a:ext cx="101844" cy="101844"/>
          </a:xfrm>
          <a:prstGeom prst="ellipse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E0CB4529-166D-F4CE-1D6F-0100E2E3F45B}"/>
              </a:ext>
            </a:extLst>
          </p:cNvPr>
          <p:cNvSpPr/>
          <p:nvPr/>
        </p:nvSpPr>
        <p:spPr>
          <a:xfrm>
            <a:off x="2753352" y="2195011"/>
            <a:ext cx="140336" cy="120980"/>
          </a:xfrm>
          <a:prstGeom prst="triangle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62728"/>
              </a:solidFill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C3BA6AE7-5BA8-5C3A-56EF-E2ECFAA53EC0}"/>
              </a:ext>
            </a:extLst>
          </p:cNvPr>
          <p:cNvSpPr/>
          <p:nvPr/>
        </p:nvSpPr>
        <p:spPr>
          <a:xfrm>
            <a:off x="10706201" y="2230572"/>
            <a:ext cx="140336" cy="120980"/>
          </a:xfrm>
          <a:prstGeom prst="triangle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7BDF636E-E373-5828-8E6E-0251EFE9F310}"/>
              </a:ext>
            </a:extLst>
          </p:cNvPr>
          <p:cNvSpPr/>
          <p:nvPr/>
        </p:nvSpPr>
        <p:spPr>
          <a:xfrm rot="16200000">
            <a:off x="2829673" y="1653384"/>
            <a:ext cx="190831" cy="19048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49E58AD-3FCC-34E3-AAA7-66061EB86BC8}"/>
                  </a:ext>
                </a:extLst>
              </p:cNvPr>
              <p:cNvSpPr txBox="1"/>
              <p:nvPr/>
            </p:nvSpPr>
            <p:spPr>
              <a:xfrm>
                <a:off x="2873096" y="1376209"/>
                <a:ext cx="132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49E58AD-3FCC-34E3-AAA7-66061EB86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096" y="1376209"/>
                <a:ext cx="132344" cy="276999"/>
              </a:xfrm>
              <a:prstGeom prst="rect">
                <a:avLst/>
              </a:prstGeom>
              <a:blipFill>
                <a:blip r:embed="rId5"/>
                <a:stretch>
                  <a:fillRect l="-45455" r="-3636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5503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 YU</dc:creator>
  <cp:lastModifiedBy>Coleman YU</cp:lastModifiedBy>
  <cp:revision>7</cp:revision>
  <dcterms:created xsi:type="dcterms:W3CDTF">2026-01-05T05:30:08Z</dcterms:created>
  <dcterms:modified xsi:type="dcterms:W3CDTF">2026-02-22T06:15:49Z</dcterms:modified>
</cp:coreProperties>
</file>