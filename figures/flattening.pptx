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A02C"/>
    <a:srgbClr val="D62728"/>
    <a:srgbClr val="1F77B4"/>
    <a:srgbClr val="E377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0"/>
    <p:restoredTop sz="94437"/>
  </p:normalViewPr>
  <p:slideViewPr>
    <p:cSldViewPr snapToGrid="0">
      <p:cViewPr varScale="1">
        <p:scale>
          <a:sx n="132" d="100"/>
          <a:sy n="132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2AD1B-ACFF-AC48-A573-E59A53D2D2B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9A980D-13D7-2E4D-BABF-EAAC9423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24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9A980D-13D7-2E4D-BABF-EAAC94239B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21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EAC5-1B80-252C-BBDF-182C18E73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B0772-BFEF-D9CC-9E0F-2821555C9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D98A7-9A10-9292-51EF-8B28A2CCB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7780E-DFCE-2C3B-E47A-44E871F88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648D2-D0C7-1513-BF35-9B3848CD8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5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7F293-9A41-F60F-5399-DF7099E6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974FC-C4A1-6309-A10D-B07ECA760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15C04-5EBC-D4B8-41FC-5FE0657D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9B957-3928-52DE-5DD7-0AF19CFE3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720F1-6F38-2857-42F3-C10081D3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2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A5BD6-58AC-7DE6-2207-6276F0342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7796E-9AA7-E07D-0777-26EDE1FCD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AE586-4458-0675-E3ED-EB3CF3709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0DA43-CE5A-657A-B1C9-D502F9521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7C244-B329-9FA6-36E7-66B8778A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529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05DA-F214-4356-E04C-811ABD1E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D6511-3F62-13FB-1DF9-C451297EBC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46DB5-AEAC-9BC9-12DB-CDDF31AC3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1409D-29C4-AC54-C8E8-74F2A65D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8A095-672B-4EF7-6A52-96C89CA6C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9BEBD-48EE-F2BB-5C1B-CB1C09B5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75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D50B6-6545-D96C-A184-494CCA043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1DF61-89DC-4206-12C5-64047E1FF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55A12-47A4-0E59-37D3-123774828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E99F6-6491-56D6-F829-95263CA8D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76592-2C9C-3987-A6EC-E6BDD1F9B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584E49-8BFB-68D0-43A8-512DF7B0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5D824-9331-3454-2514-57F363AC9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2C3B0B-2ACA-18CC-3BB5-CD9AF5009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6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C799-3E1E-82E0-9846-AE04C574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6A03D1-DDC8-EDC4-0D40-3AFCCF7AF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526D3-F2D2-58CB-E99B-B1EE6A7F4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46C42B-F4D3-8074-E695-E036EFCF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6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3E693-B40B-EA83-88C3-13F5D118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F7C101-4778-2E12-E555-759D4753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F081B-DB22-2AA3-A0A4-4B4D80989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08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EB82-B672-5D0D-9CD0-53241CD0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CBB28-4DAC-D0C5-D55B-6065BCC3A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24F686-0031-022B-9BF0-64AFD698A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13085-9D29-9423-445E-523084556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71FF7-F0ED-6469-47E1-305165475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4C124-4D91-A845-044E-63996F1FF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57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2BD7-ABC8-169B-457F-A7478C5EB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A10DD5-6992-3B27-5F34-16727E2FE8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D1996-9573-2953-38C0-9E2FAC2A5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EDB8E-A41B-F8AB-FD7D-E2A3DA9E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87D0A-29EF-FB93-55BD-84A22E2B7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47E9C-7EF5-C39B-FBAB-90A3BD3D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3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A1EE-FC7D-E611-0555-E5AA47A51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BC8DA-D42E-8467-280E-AA29CDFA2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2AB98-A0AC-A232-5422-69491D233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FF683-4860-6130-43FF-1B33DC3D8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DBDF6-98E4-B298-74D6-2F39E068F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10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96CD30-32FF-4EB9-AA2A-C108D8548E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D529F-027D-9CC4-7133-ACD93C9F0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A5218-1054-008F-3E5C-21C4E3BCF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59C5-3F9A-5981-9D2E-F4024E123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BDA12-8670-0719-C841-C648EFFF3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89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5D8111-DF9B-34C7-72AB-407AC0B1B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ABA5A-E38E-16F6-CCED-D45226DB5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66018-9BA0-B5E7-B8C8-ECC0039F1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A1132-0817-C444-A38D-920E5C58AEE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F5B5B-75B7-E5AD-1E9C-34C0C0987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48291-B9EB-B2A1-43EA-F09A9D03C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7E5DA9-1024-2E22-453D-678A29BD97EB}"/>
                  </a:ext>
                </a:extLst>
              </p:cNvPr>
              <p:cNvSpPr txBox="1"/>
              <p:nvPr/>
            </p:nvSpPr>
            <p:spPr>
              <a:xfrm>
                <a:off x="2913665" y="1792529"/>
                <a:ext cx="21207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D6272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D62728"/>
                          </a:solidFill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D62728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7E5DA9-1024-2E22-453D-678A29BD9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65" y="1792529"/>
                <a:ext cx="2120709" cy="276999"/>
              </a:xfrm>
              <a:prstGeom prst="rect">
                <a:avLst/>
              </a:prstGeom>
              <a:blipFill>
                <a:blip r:embed="rId3"/>
                <a:stretch>
                  <a:fillRect l="-2381" r="-1786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5C52AD-EF5F-AC89-1BF9-4A41FE6B2222}"/>
                  </a:ext>
                </a:extLst>
              </p:cNvPr>
              <p:cNvSpPr txBox="1"/>
              <p:nvPr/>
            </p:nvSpPr>
            <p:spPr>
              <a:xfrm>
                <a:off x="2899805" y="2445207"/>
                <a:ext cx="2126416" cy="292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5C52AD-EF5F-AC89-1BF9-4A41FE6B2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805" y="2445207"/>
                <a:ext cx="2126416" cy="292003"/>
              </a:xfrm>
              <a:prstGeom prst="rect">
                <a:avLst/>
              </a:prstGeom>
              <a:blipFill>
                <a:blip r:embed="rId4"/>
                <a:stretch>
                  <a:fillRect l="-1190" r="-59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4CC367-3F8E-7FD7-B2A4-A35982FE8304}"/>
                  </a:ext>
                </a:extLst>
              </p:cNvPr>
              <p:cNvSpPr txBox="1"/>
              <p:nvPr/>
            </p:nvSpPr>
            <p:spPr>
              <a:xfrm>
                <a:off x="2895407" y="2984327"/>
                <a:ext cx="2262221" cy="338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1F77B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1F77B4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1F77B4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4CC367-3F8E-7FD7-B2A4-A35982FE8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407" y="2984327"/>
                <a:ext cx="2262221" cy="338234"/>
              </a:xfrm>
              <a:prstGeom prst="rect">
                <a:avLst/>
              </a:prstGeom>
              <a:blipFill>
                <a:blip r:embed="rId5"/>
                <a:stretch>
                  <a:fillRect l="-1117" t="-7407"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284953-F27C-DFC2-D65E-0EC2C77760C1}"/>
                  </a:ext>
                </a:extLst>
              </p:cNvPr>
              <p:cNvSpPr txBox="1"/>
              <p:nvPr/>
            </p:nvSpPr>
            <p:spPr>
              <a:xfrm>
                <a:off x="3881461" y="2678894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284953-F27C-DFC2-D65E-0EC2C7776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61" y="2678894"/>
                <a:ext cx="2260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C99E05-CDFC-A1CA-2F73-B8CF30019055}"/>
              </a:ext>
            </a:extLst>
          </p:cNvPr>
          <p:cNvCxnSpPr>
            <a:cxnSpLocks/>
          </p:cNvCxnSpPr>
          <p:nvPr/>
        </p:nvCxnSpPr>
        <p:spPr>
          <a:xfrm>
            <a:off x="5553881" y="3285914"/>
            <a:ext cx="649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A61E44F-0C9A-0C9E-2600-9E89205FC8A6}"/>
              </a:ext>
            </a:extLst>
          </p:cNvPr>
          <p:cNvSpPr txBox="1"/>
          <p:nvPr/>
        </p:nvSpPr>
        <p:spPr>
          <a:xfrm>
            <a:off x="5318259" y="2914755"/>
            <a:ext cx="1120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C89E95-B9AC-3633-3727-DD9E7BB56A46}"/>
                  </a:ext>
                </a:extLst>
              </p:cNvPr>
              <p:cNvSpPr txBox="1"/>
              <p:nvPr/>
            </p:nvSpPr>
            <p:spPr>
              <a:xfrm>
                <a:off x="6480500" y="3095717"/>
                <a:ext cx="4952190" cy="338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D6272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D62728"/>
                          </a:solidFill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…,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solidFill>
                                    <a:srgbClr val="1F77B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1F77B4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1F77B4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1">
                          <a:solidFill>
                            <a:srgbClr val="2CA02C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solidFill>
                            <a:srgbClr val="2CA02C"/>
                          </a:solidFill>
                          <a:latin typeface="Cambria Math" panose="02040503050406030204" pitchFamily="18" charset="0"/>
                        </a:rPr>
                        <m:t>, …,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solidFill>
                                    <a:srgbClr val="2CA02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2CA02C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2CA02C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C89E95-B9AC-3633-3727-DD9E7BB56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500" y="3095717"/>
                <a:ext cx="4952190" cy="338234"/>
              </a:xfrm>
              <a:prstGeom prst="rect">
                <a:avLst/>
              </a:prstGeom>
              <a:blipFill>
                <a:blip r:embed="rId7"/>
                <a:stretch>
                  <a:fillRect l="-767" t="-3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FC679463-308F-D3DB-0C31-7BF11C142B85}"/>
              </a:ext>
            </a:extLst>
          </p:cNvPr>
          <p:cNvSpPr/>
          <p:nvPr/>
        </p:nvSpPr>
        <p:spPr>
          <a:xfrm rot="16200000">
            <a:off x="3858457" y="671431"/>
            <a:ext cx="133612" cy="205836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DB607A63-B3D0-2180-5ECB-708F7665A705}"/>
              </a:ext>
            </a:extLst>
          </p:cNvPr>
          <p:cNvSpPr/>
          <p:nvPr/>
        </p:nvSpPr>
        <p:spPr>
          <a:xfrm>
            <a:off x="2719505" y="1806956"/>
            <a:ext cx="136050" cy="27699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9E200AB2-440F-FBFF-925B-EEB39542537F}"/>
              </a:ext>
            </a:extLst>
          </p:cNvPr>
          <p:cNvSpPr/>
          <p:nvPr/>
        </p:nvSpPr>
        <p:spPr>
          <a:xfrm>
            <a:off x="2718112" y="2142220"/>
            <a:ext cx="136050" cy="113423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D44B454-2D81-FBD2-29B7-4DC1BAF88BA3}"/>
              </a:ext>
            </a:extLst>
          </p:cNvPr>
          <p:cNvSpPr/>
          <p:nvPr/>
        </p:nvSpPr>
        <p:spPr>
          <a:xfrm>
            <a:off x="4707121" y="2130120"/>
            <a:ext cx="450503" cy="2484059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499F5CF-270D-ED21-27E3-0039B0B4BBF3}"/>
                  </a:ext>
                </a:extLst>
              </p:cNvPr>
              <p:cNvSpPr txBox="1"/>
              <p:nvPr/>
            </p:nvSpPr>
            <p:spPr>
              <a:xfrm>
                <a:off x="4949750" y="3791395"/>
                <a:ext cx="45382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Covariates of the last target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D6272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D6272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D6272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499F5CF-270D-ED21-27E3-0039B0B4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750" y="3791395"/>
                <a:ext cx="4538213" cy="369332"/>
              </a:xfrm>
              <a:prstGeom prst="rect">
                <a:avLst/>
              </a:prstGeom>
              <a:blipFill>
                <a:blip r:embed="rId8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10542515-09FB-B0D0-1069-CA078FAD20D3}"/>
              </a:ext>
            </a:extLst>
          </p:cNvPr>
          <p:cNvSpPr txBox="1"/>
          <p:nvPr/>
        </p:nvSpPr>
        <p:spPr>
          <a:xfrm>
            <a:off x="1363856" y="1756329"/>
            <a:ext cx="141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values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12E2DE-7B45-53E6-EFF5-BD031BFB4B64}"/>
              </a:ext>
            </a:extLst>
          </p:cNvPr>
          <p:cNvSpPr txBox="1"/>
          <p:nvPr/>
        </p:nvSpPr>
        <p:spPr>
          <a:xfrm>
            <a:off x="215245" y="3101903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Covariates</a:t>
            </a:r>
          </a:p>
        </p:txBody>
      </p:sp>
      <p:sp>
        <p:nvSpPr>
          <p:cNvPr id="57" name="Right Brace 56">
            <a:extLst>
              <a:ext uri="{FF2B5EF4-FFF2-40B4-BE49-F238E27FC236}">
                <a16:creationId xmlns:a16="http://schemas.microsoft.com/office/drawing/2014/main" id="{66906A40-FA8D-AF1B-26DD-126921E710B6}"/>
              </a:ext>
            </a:extLst>
          </p:cNvPr>
          <p:cNvSpPr/>
          <p:nvPr/>
        </p:nvSpPr>
        <p:spPr>
          <a:xfrm rot="5400000">
            <a:off x="9889150" y="2139468"/>
            <a:ext cx="212337" cy="270910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88D872EC-4D8A-6D27-3C82-1DB153D85E64}"/>
              </a:ext>
            </a:extLst>
          </p:cNvPr>
          <p:cNvCxnSpPr>
            <a:cxnSpLocks/>
          </p:cNvCxnSpPr>
          <p:nvPr/>
        </p:nvCxnSpPr>
        <p:spPr>
          <a:xfrm flipV="1">
            <a:off x="5157624" y="3623195"/>
            <a:ext cx="4837694" cy="168200"/>
          </a:xfrm>
          <a:prstGeom prst="bentConnector3">
            <a:avLst>
              <a:gd name="adj1" fmla="val 10002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770FD08-F2A8-5325-4A3E-17CFE0365BD7}"/>
                  </a:ext>
                </a:extLst>
              </p:cNvPr>
              <p:cNvSpPr txBox="1"/>
              <p:nvPr/>
            </p:nvSpPr>
            <p:spPr>
              <a:xfrm>
                <a:off x="2592814" y="1309014"/>
                <a:ext cx="266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window with length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770FD08-F2A8-5325-4A3E-17CFE0365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814" y="1309014"/>
                <a:ext cx="2664897" cy="369332"/>
              </a:xfrm>
              <a:prstGeom prst="rect">
                <a:avLst/>
              </a:prstGeom>
              <a:blipFill>
                <a:blip r:embed="rId9"/>
                <a:stretch>
                  <a:fillRect l="-1905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C63335-2C83-B4C6-9EC6-F49262A47476}"/>
              </a:ext>
            </a:extLst>
          </p:cNvPr>
          <p:cNvCxnSpPr>
            <a:cxnSpLocks/>
          </p:cNvCxnSpPr>
          <p:nvPr/>
        </p:nvCxnSpPr>
        <p:spPr>
          <a:xfrm>
            <a:off x="8517148" y="2652183"/>
            <a:ext cx="0" cy="4370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55C19C6B-AC0D-D4CC-D081-8D28E5DAF218}"/>
              </a:ext>
            </a:extLst>
          </p:cNvPr>
          <p:cNvSpPr txBox="1"/>
          <p:nvPr/>
        </p:nvSpPr>
        <p:spPr>
          <a:xfrm>
            <a:off x="8549348" y="2669154"/>
            <a:ext cx="1927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Predictor-response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EE9D41C-986A-5F0C-7BEF-4D1578BD8887}"/>
                  </a:ext>
                </a:extLst>
              </p:cNvPr>
              <p:cNvSpPr txBox="1"/>
              <p:nvPr/>
            </p:nvSpPr>
            <p:spPr>
              <a:xfrm>
                <a:off x="7605616" y="2296749"/>
                <a:ext cx="18230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EE9D41C-986A-5F0C-7BEF-4D1578BD8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616" y="2296749"/>
                <a:ext cx="1823063" cy="276999"/>
              </a:xfrm>
              <a:prstGeom prst="rect">
                <a:avLst/>
              </a:prstGeom>
              <a:blipFill>
                <a:blip r:embed="rId10"/>
                <a:stretch>
                  <a:fillRect l="-3472" r="-2083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55CE37F-CDC0-A7EC-1392-8A0AE43DB075}"/>
                  </a:ext>
                </a:extLst>
              </p:cNvPr>
              <p:cNvSpPr txBox="1"/>
              <p:nvPr/>
            </p:nvSpPr>
            <p:spPr>
              <a:xfrm>
                <a:off x="6203586" y="1803643"/>
                <a:ext cx="43997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corresponding response with length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55CE37F-CDC0-A7EC-1392-8A0AE43DB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586" y="1803643"/>
                <a:ext cx="4399703" cy="369332"/>
              </a:xfrm>
              <a:prstGeom prst="rect">
                <a:avLst/>
              </a:prstGeom>
              <a:blipFill>
                <a:blip r:embed="rId11"/>
                <a:stretch>
                  <a:fillRect t="-10345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ight Brace 80">
            <a:extLst>
              <a:ext uri="{FF2B5EF4-FFF2-40B4-BE49-F238E27FC236}">
                <a16:creationId xmlns:a16="http://schemas.microsoft.com/office/drawing/2014/main" id="{AD7D7400-1A60-0444-5BB7-3017A72BA074}"/>
              </a:ext>
            </a:extLst>
          </p:cNvPr>
          <p:cNvSpPr/>
          <p:nvPr/>
        </p:nvSpPr>
        <p:spPr>
          <a:xfrm rot="16200000">
            <a:off x="8414021" y="1415880"/>
            <a:ext cx="120029" cy="17249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8178F6-DA49-B972-5E56-BBB9CAF81126}"/>
                  </a:ext>
                </a:extLst>
              </p:cNvPr>
              <p:cNvSpPr txBox="1"/>
              <p:nvPr/>
            </p:nvSpPr>
            <p:spPr>
              <a:xfrm>
                <a:off x="2862400" y="2130920"/>
                <a:ext cx="2200666" cy="291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8178F6-DA49-B972-5E56-BBB9CAF81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400" y="2130920"/>
                <a:ext cx="2200666" cy="291426"/>
              </a:xfrm>
              <a:prstGeom prst="rect">
                <a:avLst/>
              </a:prstGeom>
              <a:blipFill>
                <a:blip r:embed="rId12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3D2BAA3-7312-D60A-F1EC-FE87E0BAD718}"/>
                  </a:ext>
                </a:extLst>
              </p:cNvPr>
              <p:cNvSpPr txBox="1"/>
              <p:nvPr/>
            </p:nvSpPr>
            <p:spPr>
              <a:xfrm>
                <a:off x="2873259" y="3686345"/>
                <a:ext cx="2152962" cy="292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3D2BAA3-7312-D60A-F1EC-FE87E0BAD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259" y="3686345"/>
                <a:ext cx="2152962" cy="292003"/>
              </a:xfrm>
              <a:prstGeom prst="rect">
                <a:avLst/>
              </a:prstGeom>
              <a:blipFill>
                <a:blip r:embed="rId13"/>
                <a:stretch>
                  <a:fillRect l="-1176" r="-58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5602FD6-FDE0-AC9C-E9FE-2AA67A1A914D}"/>
                  </a:ext>
                </a:extLst>
              </p:cNvPr>
              <p:cNvSpPr txBox="1"/>
              <p:nvPr/>
            </p:nvSpPr>
            <p:spPr>
              <a:xfrm>
                <a:off x="2850201" y="4240314"/>
                <a:ext cx="2352632" cy="349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CA02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CA02C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CA02C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5602FD6-FDE0-AC9C-E9FE-2AA67A1A9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201" y="4240314"/>
                <a:ext cx="2352632" cy="349455"/>
              </a:xfrm>
              <a:prstGeom prst="rect">
                <a:avLst/>
              </a:prstGeom>
              <a:blipFill>
                <a:blip r:embed="rId14"/>
                <a:stretch>
                  <a:fillRect t="-3571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F40D1AD-A756-E2FD-13D3-8202AD948724}"/>
                  </a:ext>
                </a:extLst>
              </p:cNvPr>
              <p:cNvSpPr txBox="1"/>
              <p:nvPr/>
            </p:nvSpPr>
            <p:spPr>
              <a:xfrm>
                <a:off x="3881461" y="3920135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F40D1AD-A756-E2FD-13D3-8202AD948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61" y="3920135"/>
                <a:ext cx="2260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Left Brace 28">
            <a:extLst>
              <a:ext uri="{FF2B5EF4-FFF2-40B4-BE49-F238E27FC236}">
                <a16:creationId xmlns:a16="http://schemas.microsoft.com/office/drawing/2014/main" id="{85EBE5CE-56A7-E2DB-3EB0-CAD904849329}"/>
              </a:ext>
            </a:extLst>
          </p:cNvPr>
          <p:cNvSpPr/>
          <p:nvPr/>
        </p:nvSpPr>
        <p:spPr>
          <a:xfrm>
            <a:off x="2718112" y="3383461"/>
            <a:ext cx="136050" cy="113423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B323DF-FB48-4BC6-AA36-D695CE0DA1D2}"/>
              </a:ext>
            </a:extLst>
          </p:cNvPr>
          <p:cNvSpPr txBox="1"/>
          <p:nvPr/>
        </p:nvSpPr>
        <p:spPr>
          <a:xfrm>
            <a:off x="1537159" y="3627414"/>
            <a:ext cx="864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87FAB1-007F-C7E9-D3F9-36F0BE83DC52}"/>
                  </a:ext>
                </a:extLst>
              </p:cNvPr>
              <p:cNvSpPr txBox="1"/>
              <p:nvPr/>
            </p:nvSpPr>
            <p:spPr>
              <a:xfrm>
                <a:off x="2862400" y="3372161"/>
                <a:ext cx="2148024" cy="291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2CA02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87FAB1-007F-C7E9-D3F9-36F0BE83D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400" y="3372161"/>
                <a:ext cx="2148024" cy="291426"/>
              </a:xfrm>
              <a:prstGeom prst="rect">
                <a:avLst/>
              </a:prstGeom>
              <a:blipFill>
                <a:blip r:embed="rId15"/>
                <a:stretch>
                  <a:fillRect l="-1176" r="-58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40E6D545-37E3-E038-BF23-BE0811FB144F}"/>
              </a:ext>
            </a:extLst>
          </p:cNvPr>
          <p:cNvSpPr txBox="1"/>
          <p:nvPr/>
        </p:nvSpPr>
        <p:spPr>
          <a:xfrm>
            <a:off x="1537107" y="2386173"/>
            <a:ext cx="1095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A74774BB-5880-D7F3-E4D9-BF5995233CEF}"/>
              </a:ext>
            </a:extLst>
          </p:cNvPr>
          <p:cNvSpPr/>
          <p:nvPr/>
        </p:nvSpPr>
        <p:spPr>
          <a:xfrm>
            <a:off x="1351882" y="2678895"/>
            <a:ext cx="191619" cy="129945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E2F152FE-373E-F194-FA8D-C28949BDA531}"/>
              </a:ext>
            </a:extLst>
          </p:cNvPr>
          <p:cNvSpPr/>
          <p:nvPr/>
        </p:nvSpPr>
        <p:spPr>
          <a:xfrm rot="16200000">
            <a:off x="3866974" y="-38245"/>
            <a:ext cx="138875" cy="255564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A4C201-50B9-DC65-3AE9-C53351188ADC}"/>
                  </a:ext>
                </a:extLst>
              </p:cNvPr>
              <p:cNvSpPr txBox="1"/>
              <p:nvPr/>
            </p:nvSpPr>
            <p:spPr>
              <a:xfrm>
                <a:off x="3734753" y="806483"/>
                <a:ext cx="455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A4C201-50B9-DC65-3AE9-C53351188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753" y="806483"/>
                <a:ext cx="45595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E06BBE4F-9AAC-6916-743D-C718674C66FE}"/>
              </a:ext>
            </a:extLst>
          </p:cNvPr>
          <p:cNvSpPr/>
          <p:nvPr/>
        </p:nvSpPr>
        <p:spPr>
          <a:xfrm>
            <a:off x="11420247" y="3031851"/>
            <a:ext cx="153335" cy="50447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D0FF62-7683-79BE-1686-065511DDD7EE}"/>
                  </a:ext>
                </a:extLst>
              </p:cNvPr>
              <p:cNvSpPr txBox="1"/>
              <p:nvPr/>
            </p:nvSpPr>
            <p:spPr>
              <a:xfrm>
                <a:off x="11516164" y="3078432"/>
                <a:ext cx="471347" cy="3695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D0FF62-7683-79BE-1686-065511DDD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6164" y="3078432"/>
                <a:ext cx="471347" cy="369588"/>
              </a:xfrm>
              <a:prstGeom prst="rect">
                <a:avLst/>
              </a:prstGeom>
              <a:blipFill>
                <a:blip r:embed="rId1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Brace 16">
            <a:extLst>
              <a:ext uri="{FF2B5EF4-FFF2-40B4-BE49-F238E27FC236}">
                <a16:creationId xmlns:a16="http://schemas.microsoft.com/office/drawing/2014/main" id="{EEAB54FB-9992-9ECF-BE61-43C3DAD68264}"/>
              </a:ext>
            </a:extLst>
          </p:cNvPr>
          <p:cNvSpPr/>
          <p:nvPr/>
        </p:nvSpPr>
        <p:spPr>
          <a:xfrm>
            <a:off x="9401447" y="2200783"/>
            <a:ext cx="153335" cy="50447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5EF7DB5-2DF9-4933-4B5A-02A4F6461CE1}"/>
                  </a:ext>
                </a:extLst>
              </p:cNvPr>
              <p:cNvSpPr txBox="1"/>
              <p:nvPr/>
            </p:nvSpPr>
            <p:spPr>
              <a:xfrm>
                <a:off x="9497364" y="2247364"/>
                <a:ext cx="4185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5EF7DB5-2DF9-4933-4B5A-02A4F6461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7364" y="2247364"/>
                <a:ext cx="41857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628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103</Words>
  <Application>Microsoft Macintosh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 YU</dc:creator>
  <cp:lastModifiedBy>Coleman YU</cp:lastModifiedBy>
  <cp:revision>19</cp:revision>
  <dcterms:created xsi:type="dcterms:W3CDTF">2026-01-05T07:44:08Z</dcterms:created>
  <dcterms:modified xsi:type="dcterms:W3CDTF">2026-02-25T05:30:55Z</dcterms:modified>
</cp:coreProperties>
</file>